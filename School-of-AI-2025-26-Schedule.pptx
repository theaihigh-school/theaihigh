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5" r:id="rId1"/>
  </p:sldMasterIdLst>
  <p:notesMasterIdLst>
    <p:notesMasterId r:id="rId8"/>
  </p:notesMasterIdLst>
  <p:sldIdLst>
    <p:sldId id="256" r:id="rId2"/>
    <p:sldId id="268" r:id="rId3"/>
    <p:sldId id="271" r:id="rId4"/>
    <p:sldId id="269" r:id="rId5"/>
    <p:sldId id="266" r:id="rId6"/>
    <p:sldId id="27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D4939E-357C-CF41-B17C-8E8E23C987B6}" v="6" dt="2025-09-15T13:58:22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96"/>
    <p:restoredTop sz="94658"/>
  </p:normalViewPr>
  <p:slideViewPr>
    <p:cSldViewPr snapToGrid="0">
      <p:cViewPr varScale="1">
        <p:scale>
          <a:sx n="78" d="100"/>
          <a:sy n="78" d="100"/>
        </p:scale>
        <p:origin x="192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 Joshi" userId="95fe61d518940c13" providerId="LiveId" clId="{355AF23D-3069-5A6E-9D79-8603334FB955}"/>
    <pc:docChg chg="custSel addSld delSld modSld sldOrd">
      <pc:chgData name="Anand Joshi" userId="95fe61d518940c13" providerId="LiveId" clId="{355AF23D-3069-5A6E-9D79-8603334FB955}" dt="2025-09-22T03:08:41.011" v="760" actId="313"/>
      <pc:docMkLst>
        <pc:docMk/>
      </pc:docMkLst>
      <pc:sldChg chg="del">
        <pc:chgData name="Anand Joshi" userId="95fe61d518940c13" providerId="LiveId" clId="{355AF23D-3069-5A6E-9D79-8603334FB955}" dt="2025-09-15T13:23:09.714" v="1" actId="2696"/>
        <pc:sldMkLst>
          <pc:docMk/>
          <pc:sldMk cId="3112205412" sldId="257"/>
        </pc:sldMkLst>
      </pc:sldChg>
      <pc:sldChg chg="del">
        <pc:chgData name="Anand Joshi" userId="95fe61d518940c13" providerId="LiveId" clId="{355AF23D-3069-5A6E-9D79-8603334FB955}" dt="2025-09-15T13:24:03.023" v="10" actId="2696"/>
        <pc:sldMkLst>
          <pc:docMk/>
          <pc:sldMk cId="2776738026" sldId="258"/>
        </pc:sldMkLst>
      </pc:sldChg>
      <pc:sldChg chg="del">
        <pc:chgData name="Anand Joshi" userId="95fe61d518940c13" providerId="LiveId" clId="{355AF23D-3069-5A6E-9D79-8603334FB955}" dt="2025-09-15T13:23:16.862" v="3" actId="2696"/>
        <pc:sldMkLst>
          <pc:docMk/>
          <pc:sldMk cId="3105776430" sldId="259"/>
        </pc:sldMkLst>
      </pc:sldChg>
      <pc:sldChg chg="del">
        <pc:chgData name="Anand Joshi" userId="95fe61d518940c13" providerId="LiveId" clId="{355AF23D-3069-5A6E-9D79-8603334FB955}" dt="2025-09-15T13:23:24.066" v="4" actId="2696"/>
        <pc:sldMkLst>
          <pc:docMk/>
          <pc:sldMk cId="1809180614" sldId="260"/>
        </pc:sldMkLst>
      </pc:sldChg>
      <pc:sldChg chg="del">
        <pc:chgData name="Anand Joshi" userId="95fe61d518940c13" providerId="LiveId" clId="{355AF23D-3069-5A6E-9D79-8603334FB955}" dt="2025-09-15T13:23:25.150" v="5" actId="2696"/>
        <pc:sldMkLst>
          <pc:docMk/>
          <pc:sldMk cId="1285624288" sldId="261"/>
        </pc:sldMkLst>
      </pc:sldChg>
      <pc:sldChg chg="del">
        <pc:chgData name="Anand Joshi" userId="95fe61d518940c13" providerId="LiveId" clId="{355AF23D-3069-5A6E-9D79-8603334FB955}" dt="2025-09-15T13:23:25.805" v="6" actId="2696"/>
        <pc:sldMkLst>
          <pc:docMk/>
          <pc:sldMk cId="2551832501" sldId="262"/>
        </pc:sldMkLst>
      </pc:sldChg>
      <pc:sldChg chg="del">
        <pc:chgData name="Anand Joshi" userId="95fe61d518940c13" providerId="LiveId" clId="{355AF23D-3069-5A6E-9D79-8603334FB955}" dt="2025-09-15T13:23:26.504" v="7" actId="2696"/>
        <pc:sldMkLst>
          <pc:docMk/>
          <pc:sldMk cId="139680051" sldId="263"/>
        </pc:sldMkLst>
      </pc:sldChg>
      <pc:sldChg chg="del">
        <pc:chgData name="Anand Joshi" userId="95fe61d518940c13" providerId="LiveId" clId="{355AF23D-3069-5A6E-9D79-8603334FB955}" dt="2025-09-15T13:24:06.257" v="11" actId="2696"/>
        <pc:sldMkLst>
          <pc:docMk/>
          <pc:sldMk cId="2447425728" sldId="264"/>
        </pc:sldMkLst>
      </pc:sldChg>
      <pc:sldChg chg="del">
        <pc:chgData name="Anand Joshi" userId="95fe61d518940c13" providerId="LiveId" clId="{355AF23D-3069-5A6E-9D79-8603334FB955}" dt="2025-09-15T13:23:33.103" v="8" actId="2696"/>
        <pc:sldMkLst>
          <pc:docMk/>
          <pc:sldMk cId="2251365260" sldId="265"/>
        </pc:sldMkLst>
      </pc:sldChg>
      <pc:sldChg chg="modSp add del mod ord">
        <pc:chgData name="Anand Joshi" userId="95fe61d518940c13" providerId="LiveId" clId="{355AF23D-3069-5A6E-9D79-8603334FB955}" dt="2025-09-22T03:08:03.282" v="699" actId="20577"/>
        <pc:sldMkLst>
          <pc:docMk/>
          <pc:sldMk cId="1626925320" sldId="266"/>
        </pc:sldMkLst>
        <pc:spChg chg="mod">
          <ac:chgData name="Anand Joshi" userId="95fe61d518940c13" providerId="LiveId" clId="{355AF23D-3069-5A6E-9D79-8603334FB955}" dt="2025-09-22T03:08:03.282" v="699" actId="20577"/>
          <ac:spMkLst>
            <pc:docMk/>
            <pc:sldMk cId="1626925320" sldId="266"/>
            <ac:spMk id="3" creationId="{F3977008-43AF-C2EC-6D25-1B047BF969B5}"/>
          </ac:spMkLst>
        </pc:spChg>
      </pc:sldChg>
      <pc:sldChg chg="del">
        <pc:chgData name="Anand Joshi" userId="95fe61d518940c13" providerId="LiveId" clId="{355AF23D-3069-5A6E-9D79-8603334FB955}" dt="2025-09-15T13:23:14.959" v="2" actId="2696"/>
        <pc:sldMkLst>
          <pc:docMk/>
          <pc:sldMk cId="3344588056" sldId="267"/>
        </pc:sldMkLst>
      </pc:sldChg>
      <pc:sldChg chg="modSp add mod">
        <pc:chgData name="Anand Joshi" userId="95fe61d518940c13" providerId="LiveId" clId="{355AF23D-3069-5A6E-9D79-8603334FB955}" dt="2025-09-15T13:59:19.664" v="387" actId="20577"/>
        <pc:sldMkLst>
          <pc:docMk/>
          <pc:sldMk cId="1534066176" sldId="268"/>
        </pc:sldMkLst>
        <pc:spChg chg="mod">
          <ac:chgData name="Anand Joshi" userId="95fe61d518940c13" providerId="LiveId" clId="{355AF23D-3069-5A6E-9D79-8603334FB955}" dt="2025-09-15T13:48:51.040" v="76" actId="20577"/>
          <ac:spMkLst>
            <pc:docMk/>
            <pc:sldMk cId="1534066176" sldId="268"/>
            <ac:spMk id="2" creationId="{E74C31DD-17CE-A749-3472-07D0E0E3AA50}"/>
          </ac:spMkLst>
        </pc:spChg>
        <pc:spChg chg="mod">
          <ac:chgData name="Anand Joshi" userId="95fe61d518940c13" providerId="LiveId" clId="{355AF23D-3069-5A6E-9D79-8603334FB955}" dt="2025-09-15T13:59:19.664" v="387" actId="20577"/>
          <ac:spMkLst>
            <pc:docMk/>
            <pc:sldMk cId="1534066176" sldId="268"/>
            <ac:spMk id="3" creationId="{B679CF39-8608-AB5B-E69E-7E7FBFF55E53}"/>
          </ac:spMkLst>
        </pc:spChg>
      </pc:sldChg>
      <pc:sldChg chg="modSp add mod">
        <pc:chgData name="Anand Joshi" userId="95fe61d518940c13" providerId="LiveId" clId="{355AF23D-3069-5A6E-9D79-8603334FB955}" dt="2025-09-15T18:52:11.820" v="427" actId="20577"/>
        <pc:sldMkLst>
          <pc:docMk/>
          <pc:sldMk cId="2327223990" sldId="269"/>
        </pc:sldMkLst>
        <pc:spChg chg="mod">
          <ac:chgData name="Anand Joshi" userId="95fe61d518940c13" providerId="LiveId" clId="{355AF23D-3069-5A6E-9D79-8603334FB955}" dt="2025-09-15T18:52:11.820" v="427" actId="20577"/>
          <ac:spMkLst>
            <pc:docMk/>
            <pc:sldMk cId="2327223990" sldId="269"/>
            <ac:spMk id="2" creationId="{65C88D1E-8D9F-3458-ABC2-0929224F01D6}"/>
          </ac:spMkLst>
        </pc:spChg>
      </pc:sldChg>
      <pc:sldChg chg="modSp add mod">
        <pc:chgData name="Anand Joshi" userId="95fe61d518940c13" providerId="LiveId" clId="{355AF23D-3069-5A6E-9D79-8603334FB955}" dt="2025-09-22T03:08:41.011" v="760" actId="313"/>
        <pc:sldMkLst>
          <pc:docMk/>
          <pc:sldMk cId="957337370" sldId="270"/>
        </pc:sldMkLst>
        <pc:spChg chg="mod">
          <ac:chgData name="Anand Joshi" userId="95fe61d518940c13" providerId="LiveId" clId="{355AF23D-3069-5A6E-9D79-8603334FB955}" dt="2025-09-22T03:08:41.011" v="760" actId="313"/>
          <ac:spMkLst>
            <pc:docMk/>
            <pc:sldMk cId="957337370" sldId="270"/>
            <ac:spMk id="3" creationId="{7A372682-2E03-C942-66D0-FBB026FE477A}"/>
          </ac:spMkLst>
        </pc:spChg>
      </pc:sldChg>
      <pc:sldChg chg="modSp add mod ord">
        <pc:chgData name="Anand Joshi" userId="95fe61d518940c13" providerId="LiveId" clId="{355AF23D-3069-5A6E-9D79-8603334FB955}" dt="2025-09-22T03:00:51.706" v="438" actId="20577"/>
        <pc:sldMkLst>
          <pc:docMk/>
          <pc:sldMk cId="2414452714" sldId="271"/>
        </pc:sldMkLst>
        <pc:spChg chg="mod">
          <ac:chgData name="Anand Joshi" userId="95fe61d518940c13" providerId="LiveId" clId="{355AF23D-3069-5A6E-9D79-8603334FB955}" dt="2025-09-15T18:51:48.512" v="403" actId="20577"/>
          <ac:spMkLst>
            <pc:docMk/>
            <pc:sldMk cId="2414452714" sldId="271"/>
            <ac:spMk id="2" creationId="{26184E42-704D-EAC6-A5D5-E6136733B552}"/>
          </ac:spMkLst>
        </pc:spChg>
        <pc:spChg chg="mod">
          <ac:chgData name="Anand Joshi" userId="95fe61d518940c13" providerId="LiveId" clId="{355AF23D-3069-5A6E-9D79-8603334FB955}" dt="2025-09-22T03:00:51.706" v="438" actId="20577"/>
          <ac:spMkLst>
            <pc:docMk/>
            <pc:sldMk cId="2414452714" sldId="271"/>
            <ac:spMk id="3" creationId="{3FF810B3-F06C-6636-7331-9DB701F1726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C9ED5-141F-9F4A-973C-5DC643B68E8F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CF79C-27E8-8A4B-81A9-1A3D352B6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67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CF79C-27E8-8A4B-81A9-1A3D352B6C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68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CF79C-27E8-8A4B-81A9-1A3D352B6C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94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CF79C-27E8-8A4B-81A9-1A3D352B6C0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248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CF79C-27E8-8A4B-81A9-1A3D352B6C0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44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33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860962"/>
            <a:ext cx="11155680" cy="93428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22049"/>
            <a:ext cx="1115568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36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3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4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9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5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79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2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67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39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403" y="846673"/>
            <a:ext cx="11155680" cy="8602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403" y="1898592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98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74" r:id="rId6"/>
    <p:sldLayoutId id="2147483769" r:id="rId7"/>
    <p:sldLayoutId id="2147483770" r:id="rId8"/>
    <p:sldLayoutId id="2147483771" r:id="rId9"/>
    <p:sldLayoutId id="2147483773" r:id="rId10"/>
    <p:sldLayoutId id="214748377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F74CAF74-2415-4D2C-3817-9A16A9B56A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592" b="111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E737A-586D-26BC-5ECB-5B2B432F7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9897" y="250563"/>
            <a:ext cx="8196431" cy="960120"/>
          </a:xfrm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en-US" sz="4400" dirty="0"/>
              <a:t>The AI High – School of innovation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5E10E-1C7F-E586-AEDF-46CF040812CF}"/>
              </a:ext>
            </a:extLst>
          </p:cNvPr>
          <p:cNvSpPr txBox="1"/>
          <p:nvPr/>
        </p:nvSpPr>
        <p:spPr>
          <a:xfrm>
            <a:off x="7367720" y="6145772"/>
            <a:ext cx="4519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Brochure of classes – 2025/2026</a:t>
            </a:r>
          </a:p>
        </p:txBody>
      </p:sp>
    </p:spTree>
    <p:extLst>
      <p:ext uri="{BB962C8B-B14F-4D97-AF65-F5344CB8AC3E}">
        <p14:creationId xmlns:p14="http://schemas.microsoft.com/office/powerpoint/2010/main" val="28901447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C31DD-17CE-A749-3472-07D0E0E3A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Fall 25-Spring 26 Schedule – Focus on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9CF39-8608-AB5B-E69E-7E7FBFF55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Fall 2025 - Focus on language apps</a:t>
            </a:r>
          </a:p>
          <a:p>
            <a:pPr lvl="1"/>
            <a:r>
              <a:rPr lang="en-US" dirty="0"/>
              <a:t>Class 1: understanding of AI models, building a data pipeline, and AI app</a:t>
            </a:r>
          </a:p>
          <a:p>
            <a:pPr lvl="2"/>
            <a:r>
              <a:rPr lang="en-US" dirty="0"/>
              <a:t>Intuition for AI, how AI model codes intelligence, models for images and languages, the need for data, popular AI resources, and how to build AI applications using </a:t>
            </a:r>
            <a:r>
              <a:rPr lang="en-US" dirty="0" err="1"/>
              <a:t>HuggingFace</a:t>
            </a:r>
            <a:endParaRPr lang="en-US" dirty="0"/>
          </a:p>
          <a:p>
            <a:pPr lvl="2"/>
            <a:r>
              <a:rPr lang="en-US" dirty="0"/>
              <a:t>A class project with </a:t>
            </a:r>
          </a:p>
          <a:p>
            <a:pPr lvl="1"/>
            <a:r>
              <a:rPr lang="en-US" dirty="0"/>
              <a:t>Class 2: Understanding language models, building a language-based AI application pipeline</a:t>
            </a:r>
          </a:p>
          <a:p>
            <a:pPr lvl="2"/>
            <a:r>
              <a:rPr lang="en-US" dirty="0"/>
              <a:t>Fundamentals of language models, intuition in creating language models AI apps, prompt engineering, and building a language AI application pipeline</a:t>
            </a:r>
          </a:p>
          <a:p>
            <a:pPr lvl="2"/>
            <a:r>
              <a:rPr lang="en-US" dirty="0"/>
              <a:t>Students come up with their own projects project</a:t>
            </a:r>
          </a:p>
          <a:p>
            <a:pPr lvl="1"/>
            <a:r>
              <a:rPr lang="en-US" dirty="0"/>
              <a:t>Class 3: Advanced topics in language models, taking language applications to real-world quality</a:t>
            </a:r>
          </a:p>
          <a:p>
            <a:pPr lvl="2"/>
            <a:r>
              <a:rPr lang="en-US" dirty="0"/>
              <a:t>Embeddings, transformers and language model architecture</a:t>
            </a:r>
          </a:p>
          <a:p>
            <a:pPr lvl="2"/>
            <a:r>
              <a:rPr lang="en-US" dirty="0"/>
              <a:t>using Keras, agents, and integrating agents to build apps,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066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4E42-704D-EAC6-A5D5-E6136733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course – Date/Time/Venue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810B3-F06C-6636-7331-9DB701F17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Date: Oct TBD, 2025</a:t>
            </a:r>
          </a:p>
          <a:p>
            <a:r>
              <a:rPr lang="en-US" dirty="0"/>
              <a:t>Time: 9 AM – 5 PM</a:t>
            </a:r>
          </a:p>
          <a:p>
            <a:r>
              <a:rPr lang="en-US" dirty="0"/>
              <a:t>Optional Project:</a:t>
            </a:r>
          </a:p>
          <a:p>
            <a:pPr lvl="1"/>
            <a:r>
              <a:rPr lang="en-US" dirty="0"/>
              <a:t>Students must form a team and come up with an idea (we will support the ideation and feasibility)</a:t>
            </a:r>
          </a:p>
          <a:p>
            <a:pPr lvl="1"/>
            <a:r>
              <a:rPr lang="en-US" dirty="0"/>
              <a:t>Up to 4 students in a team who focus on different aspects of application building</a:t>
            </a:r>
          </a:p>
          <a:p>
            <a:pPr lvl="1"/>
            <a:r>
              <a:rPr lang="en-US" dirty="0"/>
              <a:t>The team will be paired with an AI expert.</a:t>
            </a:r>
          </a:p>
          <a:p>
            <a:pPr lvl="1"/>
            <a:r>
              <a:rPr lang="en-US" dirty="0"/>
              <a:t>Students should set up a weekly meeting and present updates on Sunday to the instructor and the rest of the teams</a:t>
            </a:r>
          </a:p>
          <a:p>
            <a:pPr lvl="1"/>
            <a:r>
              <a:rPr lang="en-US" dirty="0"/>
              <a:t>Limited to 4 teams each class</a:t>
            </a:r>
          </a:p>
          <a:p>
            <a:pPr lvl="1"/>
            <a:r>
              <a:rPr lang="en-US" dirty="0"/>
              <a:t>The project will renew each class and students will continue to improve till it's publication/</a:t>
            </a:r>
            <a:r>
              <a:rPr lang="en-US" dirty="0" err="1"/>
              <a:t>Github</a:t>
            </a:r>
            <a:r>
              <a:rPr lang="en-US" dirty="0"/>
              <a:t> ready</a:t>
            </a:r>
          </a:p>
          <a:p>
            <a:r>
              <a:rPr lang="en-US" dirty="0"/>
              <a:t>Venue:</a:t>
            </a:r>
          </a:p>
          <a:p>
            <a:r>
              <a:rPr lang="en-US" dirty="0"/>
              <a:t>Guest speaker: TBD</a:t>
            </a:r>
          </a:p>
        </p:txBody>
      </p:sp>
    </p:spTree>
    <p:extLst>
      <p:ext uri="{BB962C8B-B14F-4D97-AF65-F5344CB8AC3E}">
        <p14:creationId xmlns:p14="http://schemas.microsoft.com/office/powerpoint/2010/main" val="241445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6B14B-451F-46A7-BC14-31EECDF45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8D1E-8D9F-3458-ABC2-0929224F0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5D15A-562C-34A8-8D85-ED9CF5EF8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2026 - Focus on multi-modality (language + computer vision)</a:t>
            </a:r>
          </a:p>
          <a:p>
            <a:pPr lvl="1"/>
            <a:r>
              <a:rPr lang="en-US" dirty="0"/>
              <a:t>Jan: Basics of computer vision</a:t>
            </a:r>
          </a:p>
          <a:p>
            <a:pPr lvl="2"/>
            <a:r>
              <a:rPr lang="en-US" dirty="0"/>
              <a:t>Computer vision vs language AI, vision/language/multimodal languages, data aspects, AI applications and use cases, application pipeline, resources </a:t>
            </a:r>
          </a:p>
          <a:p>
            <a:pPr lvl="1"/>
            <a:r>
              <a:rPr lang="en-US" dirty="0"/>
              <a:t>Feb: Building vision application pipelines</a:t>
            </a:r>
          </a:p>
          <a:p>
            <a:pPr lvl="2"/>
            <a:r>
              <a:rPr lang="en-US" dirty="0"/>
              <a:t>Text/image combination, Generative AI apps,  application pipeline, and publish AI apps </a:t>
            </a:r>
          </a:p>
          <a:p>
            <a:pPr lvl="1"/>
            <a:r>
              <a:rPr lang="en-US" dirty="0"/>
              <a:t>Mar: Multi-modal AI models and applications</a:t>
            </a:r>
          </a:p>
          <a:p>
            <a:pPr lvl="2"/>
            <a:r>
              <a:rPr lang="en-US" dirty="0"/>
              <a:t>What are Agents, how to integrate agents and AI to build apps,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223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A21D8-D20E-C2F0-C6A6-CBA77D42B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77008-43AF-C2EC-6D25-1B047BF96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22049"/>
            <a:ext cx="11155680" cy="460938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Anand Joshi</a:t>
            </a:r>
          </a:p>
          <a:p>
            <a:pPr lvl="1"/>
            <a:r>
              <a:rPr lang="en-US" dirty="0"/>
              <a:t>Recognized expert in AI, keynote speaker in AI conferences, market analyst, chip company executive</a:t>
            </a:r>
          </a:p>
          <a:p>
            <a:pPr lvl="1"/>
            <a:r>
              <a:rPr lang="en-US" dirty="0"/>
              <a:t>http://</a:t>
            </a:r>
            <a:r>
              <a:rPr lang="en-US" dirty="0" err="1"/>
              <a:t>www.linkedin.com</a:t>
            </a:r>
            <a:r>
              <a:rPr lang="en-US" dirty="0"/>
              <a:t>/in/anandjoshi1</a:t>
            </a:r>
          </a:p>
          <a:p>
            <a:r>
              <a:rPr lang="en-US" dirty="0" err="1"/>
              <a:t>Krishula</a:t>
            </a:r>
            <a:r>
              <a:rPr lang="en-US" dirty="0"/>
              <a:t> Sinha </a:t>
            </a:r>
          </a:p>
          <a:p>
            <a:pPr lvl="1"/>
            <a:r>
              <a:rPr lang="en-US" dirty="0"/>
              <a:t>8+ years of experience, Expert in data pipelines</a:t>
            </a:r>
          </a:p>
          <a:p>
            <a:pPr lvl="1"/>
            <a:r>
              <a:rPr lang="en-US" dirty="0"/>
              <a:t>http://</a:t>
            </a:r>
            <a:r>
              <a:rPr lang="en-US" dirty="0" err="1"/>
              <a:t>www.linkedin.com</a:t>
            </a:r>
            <a:r>
              <a:rPr lang="en-US" dirty="0"/>
              <a:t>/in/</a:t>
            </a:r>
            <a:r>
              <a:rPr lang="en-US" dirty="0" err="1"/>
              <a:t>krishulasinha</a:t>
            </a:r>
            <a:endParaRPr lang="en-US" dirty="0"/>
          </a:p>
          <a:p>
            <a:r>
              <a:rPr lang="en-US" dirty="0"/>
              <a:t>Teaching Assistants</a:t>
            </a:r>
          </a:p>
          <a:p>
            <a:pPr lvl="1"/>
            <a:r>
              <a:rPr lang="en-US" dirty="0"/>
              <a:t>Rucha Padhye.   UNC 2</a:t>
            </a:r>
            <a:r>
              <a:rPr lang="en-US" baseline="30000" dirty="0"/>
              <a:t>nd</a:t>
            </a:r>
            <a:r>
              <a:rPr lang="en-US" dirty="0"/>
              <a:t> year student, EECS</a:t>
            </a:r>
          </a:p>
          <a:p>
            <a:r>
              <a:rPr lang="en-US" dirty="0"/>
              <a:t>Academic Advisors</a:t>
            </a:r>
          </a:p>
          <a:p>
            <a:pPr lvl="1"/>
            <a:r>
              <a:rPr lang="en-US" dirty="0"/>
              <a:t>Jin Kim, Ex CMU Faculty</a:t>
            </a:r>
          </a:p>
          <a:p>
            <a:pPr lvl="1"/>
            <a:r>
              <a:rPr lang="en-US" dirty="0"/>
              <a:t>Aakash Patil, Post-doc Stanford</a:t>
            </a:r>
          </a:p>
          <a:p>
            <a:r>
              <a:rPr lang="en-US" dirty="0"/>
              <a:t>Industry guest speakers</a:t>
            </a:r>
          </a:p>
          <a:p>
            <a:pPr lvl="1"/>
            <a:r>
              <a:rPr lang="en-US" dirty="0"/>
              <a:t>Atul Kulkarni, Manager Rufus, Amazon</a:t>
            </a:r>
          </a:p>
          <a:p>
            <a:pPr lvl="1"/>
            <a:r>
              <a:rPr lang="en-US" dirty="0"/>
              <a:t>Tripti Kamath, VP Data Science, J&amp;J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925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6CFC1-4649-5913-9FC3-C896130EB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Guest speakers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72682-2E03-C942-66D0-FBB026FE4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course will feature an expert guest speaker from the industry</a:t>
            </a:r>
          </a:p>
          <a:p>
            <a:r>
              <a:rPr lang="en-US" dirty="0"/>
              <a:t>The speaker will give students an overview of how AI is being used and changing their industry</a:t>
            </a:r>
          </a:p>
          <a:p>
            <a:r>
              <a:rPr lang="en-US" dirty="0"/>
              <a:t>Names will be announced prior to starting of each class</a:t>
            </a:r>
          </a:p>
          <a:p>
            <a:r>
              <a:rPr lang="en-US" dirty="0"/>
              <a:t>Students are encouraged to keep in touch with the speakers to learn more and land opportunities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33737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18564</TotalTime>
  <Words>525</Words>
  <Application>Microsoft Macintosh PowerPoint</Application>
  <PresentationFormat>Widescreen</PresentationFormat>
  <Paragraphs>59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Bierstadt</vt:lpstr>
      <vt:lpstr>GestaltVTI</vt:lpstr>
      <vt:lpstr>The AI High – School of innovation</vt:lpstr>
      <vt:lpstr>Fall 25-Spring 26 Schedule – Focus on LLMs</vt:lpstr>
      <vt:lpstr>First course – Date/Time/Venue</vt:lpstr>
      <vt:lpstr>Future classes</vt:lpstr>
      <vt:lpstr>Instructors</vt:lpstr>
      <vt:lpstr>Guest speakers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Joshi</dc:creator>
  <cp:lastModifiedBy>Anand Joshi</cp:lastModifiedBy>
  <cp:revision>59</cp:revision>
  <dcterms:created xsi:type="dcterms:W3CDTF">2025-08-22T23:55:51Z</dcterms:created>
  <dcterms:modified xsi:type="dcterms:W3CDTF">2025-09-22T03:08:43Z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fbee0dc-6f33-415c-b76b-0932324fc5a5_Enabled">
    <vt:lpwstr>true</vt:lpwstr>
  </property>
  <property fmtid="{D5CDD505-2E9C-101B-9397-08002B2CF9AE}" pid="3" name="MSIP_Label_dfbee0dc-6f33-415c-b76b-0932324fc5a5_SetDate">
    <vt:lpwstr>2025-08-22T23:57:26Z</vt:lpwstr>
  </property>
  <property fmtid="{D5CDD505-2E9C-101B-9397-08002B2CF9AE}" pid="4" name="MSIP_Label_dfbee0dc-6f33-415c-b76b-0932324fc5a5_Method">
    <vt:lpwstr>Standard</vt:lpwstr>
  </property>
  <property fmtid="{D5CDD505-2E9C-101B-9397-08002B2CF9AE}" pid="5" name="MSIP_Label_dfbee0dc-6f33-415c-b76b-0932324fc5a5_Name">
    <vt:lpwstr>defa4170-0d19-0005-0004-bc88714345d2</vt:lpwstr>
  </property>
  <property fmtid="{D5CDD505-2E9C-101B-9397-08002B2CF9AE}" pid="6" name="MSIP_Label_dfbee0dc-6f33-415c-b76b-0932324fc5a5_SiteId">
    <vt:lpwstr>31ef0b60-afc5-4125-80a5-2b4ee289e2d7</vt:lpwstr>
  </property>
  <property fmtid="{D5CDD505-2E9C-101B-9397-08002B2CF9AE}" pid="7" name="MSIP_Label_dfbee0dc-6f33-415c-b76b-0932324fc5a5_ActionId">
    <vt:lpwstr>0e9acb47-9517-460c-b674-e04b1e1c2c04</vt:lpwstr>
  </property>
  <property fmtid="{D5CDD505-2E9C-101B-9397-08002B2CF9AE}" pid="8" name="MSIP_Label_dfbee0dc-6f33-415c-b76b-0932324fc5a5_ContentBits">
    <vt:lpwstr>0</vt:lpwstr>
  </property>
  <property fmtid="{D5CDD505-2E9C-101B-9397-08002B2CF9AE}" pid="9" name="MSIP_Label_dfbee0dc-6f33-415c-b76b-0932324fc5a5_Tag">
    <vt:lpwstr>50, 3, 0, 1</vt:lpwstr>
  </property>
</Properties>
</file>